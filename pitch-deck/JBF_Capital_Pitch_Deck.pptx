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creenshot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0302"/>
            <a:ext cx="8686800" cy="488289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</a:defRPr>
            </a:pPr>
            <a: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